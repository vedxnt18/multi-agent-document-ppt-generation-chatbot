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Mastering the 80/20 Principle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Unlocking Your True Potential and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an intuitive understanding of true value</a:t>
            </a:r>
          </a:p>
          <a:p>
            <a:r>
              <a:t>Empower yourself to let go of distractions</a:t>
            </a:r>
          </a:p>
          <a:p>
            <a:r>
              <a:t>Focus your energy where it matters most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Developing Your Skill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Embrace the initial challenge of letting go of past projects</a:t>
            </a:r>
          </a:p>
          <a:p>
            <a:r>
              <a:t>Build an intuitive sense for what drives real value</a:t>
            </a:r>
          </a:p>
          <a:p>
            <a:r>
              <a:t>Eliminate tasks that drain your precious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Actionable Steps for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and separate your critical 80% tasks</a:t>
            </a:r>
          </a:p>
          <a:p>
            <a:r>
              <a:t>Delegate tasks to empower others</a:t>
            </a:r>
          </a:p>
          <a:p>
            <a:r>
              <a:t>Eliminate activities that fail to bring satisfaction or measurable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Commit to continuous improvement</a:t>
            </a:r>
          </a:p>
          <a:p>
            <a:r>
              <a:t>Keep your project list inspiring and impactful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Continuous learning and deliberate practice are essential for skill development.</a:t>
            </a:r>
          </a:p>
          <a:p>
            <a:r>
              <a:t>Breaking goals down into manageable, actionable steps creates momentum.</a:t>
            </a:r>
          </a:p>
          <a:p>
            <a:r>
              <a:t>Consistency and reflection drive long-term success and adaptation.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[RAG-001] (source details unavailable)</a:t>
            </a:r>
          </a:p>
          <a:p>
            <a:r>
              <a:t>[RAG-002] (source details unavailable)</a:t>
            </a:r>
          </a:p>
          <a:p>
            <a:r>
              <a:t>[RAG-003] (source details unavailable)</a:t>
            </a:r>
          </a:p>
          <a:p>
            <a:r>
              <a:t>[RAG-004] (source details unavailable)</a:t>
            </a:r>
          </a:p>
          <a:p>
            <a:r>
              <a:t>[RAG-005] (source details unavailable)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